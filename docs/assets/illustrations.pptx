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58"/>
  </p:normalViewPr>
  <p:slideViewPr>
    <p:cSldViewPr snapToGrid="0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8EEC4-A805-82FE-FA31-9FE868435A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4EE31F-4DF7-C36F-40FE-81CE23AFEC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E2B482-3BE8-A626-AA5A-BF1CAA883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B18DD4-6203-75CF-1F33-8EF7C91496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AA028C-4A74-C785-4EA7-AD38777D6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79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34947-9636-4446-67F7-FD607BD79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39FD5-7FFC-33B8-BE2E-866C3C1C92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91B9F-D202-D937-B640-9C2236C4B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4A1B3-3278-5047-274B-7FD33B382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6BCEB9-8DD2-7806-4ED9-4BC87683C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15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DDDCB-C75F-40FE-337C-439EEA45B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F8F1DF-3B75-A909-2FA9-73CDA86C9F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1BF3D2-BD1E-7F21-FD48-F4C1622A6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AC8F7D-E8F3-A43E-FF23-D8815DDC1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B80B97-723A-9E3B-8C83-D69F5510B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052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732EB-4738-9D66-29EC-E89513207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D6B4B-7246-6D24-EE35-0858F22F06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0F2CAB-28EA-6BEE-FC71-87A29D761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6D3CE6-A168-2657-7842-199075DC4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78025-75F2-8407-5620-1542B7ADA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840D1C-0364-749D-DDF7-D3A8E7B61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023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26B9D-FDE6-45F7-0532-BBF1603B7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1846FF-6051-D953-D049-981B2D5F07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7DA8D1-53C8-71F8-B12C-9FD010EF2A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2ECDE5-B51F-6AA9-1DAB-F65528113C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BBA719-9460-B00A-8EEC-121489F2CB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6C9880-7BC1-CD87-5551-F3F51DE88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366CDD-C911-5826-9044-00D5ECD40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D255B7-5476-2A63-11B1-38C8E8924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996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9116F-D1CB-C85F-C69B-CFC5B0F89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CBE437-08C4-E89C-0E31-83637A456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08E6F3-7A4E-34DE-58F1-64257377A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F4F7D8-DFAE-AEF7-2F3F-FBAAB5761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3032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C2B9C8-5A8B-01B1-AD2D-5AEFB70A4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7FFBDA-B1B1-9123-9393-FC5418307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F3C665-0DE7-8C26-3255-1A07577AF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901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0805C-C19F-443F-F4D6-E950AF60F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F4AB67-16FE-B94A-9C1C-98B92A32A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11EA3F-A84D-E850-169F-3526AA15D1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5A23FC-E60E-C850-84B4-310E75A93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A1464F-97F1-D572-10BF-B4D342D4B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0ABD67-BF88-CC90-E4C5-879770449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25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E5CF8-07D6-CB1C-9633-A256F0343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BFDC23-B5FA-E5BC-5E3B-8F4704C119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B308C5-407D-B1FA-AD50-05EFED6E7C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E36129-C0FB-6C52-0314-206F3EC24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9EDA60-0664-E05E-1366-15ED8690F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2C9158-5593-DBCE-7D36-C144E447D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6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2E783-0609-B598-B381-47365995B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544ADF-A3DF-3A54-915E-2DD8C1DCFD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BAAFB-13F9-4D40-CC10-822AA4B7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B91C50-D154-8CD8-F3E0-AB721B71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9D920-6433-8F1F-5AE7-5E0CC5A1F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1326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70BEDE-E41D-2B54-8D15-06B67FA015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17B7E3-9765-527A-CB7B-C1A8F12CE8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99AE5B-E02F-6DF2-BDC8-94C85BF3D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0E5939-8ACA-065B-B410-70EB0CD057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D4E861-E51D-520E-7B98-A8ACAF632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165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4602EE-3106-040B-A488-59F28C3D0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74EA25-46EA-4FB3-8710-297D202B1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023C7-96DC-7A3D-8A2B-F50B409F6C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EBD849-BF62-3E41-9392-B52349D77D8A}" type="datetimeFigureOut">
              <a:rPr lang="en-US" smtClean="0"/>
              <a:t>1/1/26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46CE50-5C97-860A-7F8B-2FBBA1486F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42C32C-0A97-E5CE-986A-F9C659C317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7021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2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12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9DAD425-A562-16D0-A78E-E1D91727F7B0}"/>
              </a:ext>
            </a:extLst>
          </p:cNvPr>
          <p:cNvCxnSpPr/>
          <p:nvPr/>
        </p:nvCxnSpPr>
        <p:spPr>
          <a:xfrm>
            <a:off x="2048438" y="1942780"/>
            <a:ext cx="2701892" cy="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Graphic 4" descr="Ui Ux with solid fill">
            <a:extLst>
              <a:ext uri="{FF2B5EF4-FFF2-40B4-BE49-F238E27FC236}">
                <a16:creationId xmlns:a16="http://schemas.microsoft.com/office/drawing/2014/main" id="{DF8670D7-0556-D1D4-4B77-CEF98893E1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0705" y="1361356"/>
            <a:ext cx="1237130" cy="12371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4C49004-D173-455D-C575-FE894357E4AB}"/>
              </a:ext>
            </a:extLst>
          </p:cNvPr>
          <p:cNvSpPr txBox="1"/>
          <p:nvPr/>
        </p:nvSpPr>
        <p:spPr>
          <a:xfrm>
            <a:off x="241082" y="2561344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venir Book" panose="02000503020000020003" pitchFamily="2" charset="0"/>
              </a:rPr>
              <a:t>Your Product UI</a:t>
            </a:r>
          </a:p>
        </p:txBody>
      </p:sp>
      <p:pic>
        <p:nvPicPr>
          <p:cNvPr id="8" name="Graphic 7" descr="Syncing cloud with solid fill">
            <a:extLst>
              <a:ext uri="{FF2B5EF4-FFF2-40B4-BE49-F238E27FC236}">
                <a16:creationId xmlns:a16="http://schemas.microsoft.com/office/drawing/2014/main" id="{D88C07A1-C77B-ACA5-2A04-D546AD396D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17934" y="1264256"/>
            <a:ext cx="678524" cy="678524"/>
          </a:xfrm>
          <a:prstGeom prst="rect">
            <a:avLst/>
          </a:prstGeom>
        </p:spPr>
      </p:pic>
      <p:pic>
        <p:nvPicPr>
          <p:cNvPr id="10" name="Graphic 9" descr="Server outline">
            <a:extLst>
              <a:ext uri="{FF2B5EF4-FFF2-40B4-BE49-F238E27FC236}">
                <a16:creationId xmlns:a16="http://schemas.microsoft.com/office/drawing/2014/main" id="{2D3F4F97-B2FE-763E-2ECF-7CC3A23713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50330" y="1324215"/>
            <a:ext cx="1237130" cy="1237130"/>
          </a:xfrm>
          <a:prstGeom prst="rect">
            <a:avLst/>
          </a:prstGeom>
        </p:spPr>
      </p:pic>
      <p:pic>
        <p:nvPicPr>
          <p:cNvPr id="12" name="Graphic 11" descr="Server with solid fill">
            <a:extLst>
              <a:ext uri="{FF2B5EF4-FFF2-40B4-BE49-F238E27FC236}">
                <a16:creationId xmlns:a16="http://schemas.microsoft.com/office/drawing/2014/main" id="{F27343A0-79D5-66C3-5091-1AAA73A0371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06925" y="1324215"/>
            <a:ext cx="926974" cy="926974"/>
          </a:xfrm>
          <a:prstGeom prst="rect">
            <a:avLst/>
          </a:prstGeom>
        </p:spPr>
      </p:pic>
      <p:pic>
        <p:nvPicPr>
          <p:cNvPr id="13" name="Graphic 12" descr="Server with solid fill">
            <a:extLst>
              <a:ext uri="{FF2B5EF4-FFF2-40B4-BE49-F238E27FC236}">
                <a16:creationId xmlns:a16="http://schemas.microsoft.com/office/drawing/2014/main" id="{B97E436C-5632-733F-5E54-E61D98E3646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3202" y="3288678"/>
            <a:ext cx="926974" cy="926974"/>
          </a:xfrm>
          <a:prstGeom prst="rect">
            <a:avLst/>
          </a:prstGeom>
        </p:spPr>
      </p:pic>
      <p:pic>
        <p:nvPicPr>
          <p:cNvPr id="14" name="Graphic 13" descr="Server with solid fill">
            <a:extLst>
              <a:ext uri="{FF2B5EF4-FFF2-40B4-BE49-F238E27FC236}">
                <a16:creationId xmlns:a16="http://schemas.microsoft.com/office/drawing/2014/main" id="{C98DD74F-63DB-DD1C-57E2-C22E8BA8CF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06925" y="5021579"/>
            <a:ext cx="926974" cy="92697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9B04277-1B7D-A5DD-FD92-0CFF8C7AC4AB}"/>
              </a:ext>
            </a:extLst>
          </p:cNvPr>
          <p:cNvSpPr txBox="1"/>
          <p:nvPr/>
        </p:nvSpPr>
        <p:spPr>
          <a:xfrm>
            <a:off x="6984473" y="2231339"/>
            <a:ext cx="23444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  <a:latin typeface="Avenir Book" panose="02000503020000020003" pitchFamily="2" charset="0"/>
              </a:rPr>
              <a:t>Agent Microservice (Xians server)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022F92-834B-E20A-579B-1ADD44F6E865}"/>
              </a:ext>
            </a:extLst>
          </p:cNvPr>
          <p:cNvSpPr txBox="1"/>
          <p:nvPr/>
        </p:nvSpPr>
        <p:spPr>
          <a:xfrm>
            <a:off x="6984473" y="4202206"/>
            <a:ext cx="2344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venir Book" panose="02000503020000020003" pitchFamily="2" charset="0"/>
              </a:rPr>
              <a:t>Microservice 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B72D42-B723-9CA9-9F1E-F2A8FEEE5EC4}"/>
              </a:ext>
            </a:extLst>
          </p:cNvPr>
          <p:cNvSpPr txBox="1"/>
          <p:nvPr/>
        </p:nvSpPr>
        <p:spPr>
          <a:xfrm>
            <a:off x="6984473" y="5896074"/>
            <a:ext cx="2344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venir Book" panose="02000503020000020003" pitchFamily="2" charset="0"/>
              </a:rPr>
              <a:t>Microservice C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0B91172-C00F-8E17-66A9-8CECB7D304B6}"/>
              </a:ext>
            </a:extLst>
          </p:cNvPr>
          <p:cNvCxnSpPr>
            <a:cxnSpLocks/>
          </p:cNvCxnSpPr>
          <p:nvPr/>
        </p:nvCxnSpPr>
        <p:spPr>
          <a:xfrm>
            <a:off x="5932007" y="1926772"/>
            <a:ext cx="1477323" cy="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E790BDC-EAF8-5F5F-A399-31BE89302827}"/>
              </a:ext>
            </a:extLst>
          </p:cNvPr>
          <p:cNvCxnSpPr>
            <a:cxnSpLocks/>
          </p:cNvCxnSpPr>
          <p:nvPr/>
        </p:nvCxnSpPr>
        <p:spPr>
          <a:xfrm>
            <a:off x="8854502" y="1921650"/>
            <a:ext cx="1477323" cy="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Graphic 23" descr="Artificial Intelligence with solid fill">
            <a:extLst>
              <a:ext uri="{FF2B5EF4-FFF2-40B4-BE49-F238E27FC236}">
                <a16:creationId xmlns:a16="http://schemas.microsoft.com/office/drawing/2014/main" id="{5A442750-CC4A-D8BB-4FB9-7C7DC97013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466295" y="1464450"/>
            <a:ext cx="914400" cy="914400"/>
          </a:xfrm>
          <a:prstGeom prst="rect">
            <a:avLst/>
          </a:prstGeom>
        </p:spPr>
      </p:pic>
      <p:pic>
        <p:nvPicPr>
          <p:cNvPr id="25" name="Graphic 24" descr="Artificial Intelligence with solid fill">
            <a:extLst>
              <a:ext uri="{FF2B5EF4-FFF2-40B4-BE49-F238E27FC236}">
                <a16:creationId xmlns:a16="http://schemas.microsoft.com/office/drawing/2014/main" id="{BFE6E5A2-B437-02B6-284E-4CFD0F50C93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618695" y="1616850"/>
            <a:ext cx="914400" cy="91440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2718185-B04A-677B-8EE6-1EAC5A0520EC}"/>
              </a:ext>
            </a:extLst>
          </p:cNvPr>
          <p:cNvSpPr txBox="1"/>
          <p:nvPr/>
        </p:nvSpPr>
        <p:spPr>
          <a:xfrm>
            <a:off x="10284679" y="2598486"/>
            <a:ext cx="12484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venir Book" panose="02000503020000020003" pitchFamily="2" charset="0"/>
              </a:rPr>
              <a:t>Your Agents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E500B94-D85B-B197-FE50-2AC442D8412B}"/>
              </a:ext>
            </a:extLst>
          </p:cNvPr>
          <p:cNvCxnSpPr>
            <a:cxnSpLocks/>
          </p:cNvCxnSpPr>
          <p:nvPr/>
        </p:nvCxnSpPr>
        <p:spPr>
          <a:xfrm>
            <a:off x="5987460" y="2378850"/>
            <a:ext cx="1516000" cy="1373315"/>
          </a:xfrm>
          <a:prstGeom prst="straightConnector1">
            <a:avLst/>
          </a:prstGeom>
          <a:ln>
            <a:solidFill>
              <a:schemeClr val="bg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2570E12-D563-05DC-DE68-2C706643AE0C}"/>
              </a:ext>
            </a:extLst>
          </p:cNvPr>
          <p:cNvCxnSpPr>
            <a:cxnSpLocks/>
          </p:cNvCxnSpPr>
          <p:nvPr/>
        </p:nvCxnSpPr>
        <p:spPr>
          <a:xfrm>
            <a:off x="5706104" y="2635287"/>
            <a:ext cx="1797356" cy="2849779"/>
          </a:xfrm>
          <a:prstGeom prst="straightConnector1">
            <a:avLst/>
          </a:prstGeom>
          <a:ln>
            <a:solidFill>
              <a:schemeClr val="bg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4B5EDA7-502B-6C3B-AEDD-DFCC6D8D2FD9}"/>
              </a:ext>
            </a:extLst>
          </p:cNvPr>
          <p:cNvSpPr txBox="1"/>
          <p:nvPr/>
        </p:nvSpPr>
        <p:spPr>
          <a:xfrm>
            <a:off x="2245259" y="2009518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venir Book" panose="02000503020000020003" pitchFamily="2" charset="0"/>
              </a:rPr>
              <a:t>Internet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0198A8-755E-FEE6-89E7-287225E2748F}"/>
              </a:ext>
            </a:extLst>
          </p:cNvPr>
          <p:cNvSpPr txBox="1"/>
          <p:nvPr/>
        </p:nvSpPr>
        <p:spPr>
          <a:xfrm>
            <a:off x="4400707" y="1063492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venir Book" panose="02000503020000020003" pitchFamily="2" charset="0"/>
              </a:rPr>
              <a:t>Your Web Server</a:t>
            </a:r>
          </a:p>
        </p:txBody>
      </p:sp>
    </p:spTree>
    <p:extLst>
      <p:ext uri="{BB962C8B-B14F-4D97-AF65-F5344CB8AC3E}">
        <p14:creationId xmlns:p14="http://schemas.microsoft.com/office/powerpoint/2010/main" val="1881558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BF9902-A3C6-01C4-C3DA-F58B6B249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 descr="Syncing cloud with solid fill">
            <a:extLst>
              <a:ext uri="{FF2B5EF4-FFF2-40B4-BE49-F238E27FC236}">
                <a16:creationId xmlns:a16="http://schemas.microsoft.com/office/drawing/2014/main" id="{3C239086-56AE-9485-0660-4E54BBBDB8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17934" y="1264256"/>
            <a:ext cx="678524" cy="678524"/>
          </a:xfrm>
          <a:prstGeom prst="rect">
            <a:avLst/>
          </a:prstGeom>
        </p:spPr>
      </p:pic>
      <p:pic>
        <p:nvPicPr>
          <p:cNvPr id="10" name="Graphic 9" descr="Server outline">
            <a:extLst>
              <a:ext uri="{FF2B5EF4-FFF2-40B4-BE49-F238E27FC236}">
                <a16:creationId xmlns:a16="http://schemas.microsoft.com/office/drawing/2014/main" id="{E06F1DAD-A520-8401-73AB-136E1E8302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50330" y="1324215"/>
            <a:ext cx="1237130" cy="1237130"/>
          </a:xfrm>
          <a:prstGeom prst="rect">
            <a:avLst/>
          </a:prstGeom>
        </p:spPr>
      </p:pic>
      <p:pic>
        <p:nvPicPr>
          <p:cNvPr id="12" name="Graphic 11" descr="Server with solid fill">
            <a:extLst>
              <a:ext uri="{FF2B5EF4-FFF2-40B4-BE49-F238E27FC236}">
                <a16:creationId xmlns:a16="http://schemas.microsoft.com/office/drawing/2014/main" id="{7B62DAB8-693B-B9BE-D0E3-3D2173EDC1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64393" y="1483705"/>
            <a:ext cx="926974" cy="926974"/>
          </a:xfrm>
          <a:prstGeom prst="rect">
            <a:avLst/>
          </a:prstGeom>
        </p:spPr>
      </p:pic>
      <p:pic>
        <p:nvPicPr>
          <p:cNvPr id="13" name="Graphic 12" descr="Server with solid fill">
            <a:extLst>
              <a:ext uri="{FF2B5EF4-FFF2-40B4-BE49-F238E27FC236}">
                <a16:creationId xmlns:a16="http://schemas.microsoft.com/office/drawing/2014/main" id="{7054F72B-CBDC-6A95-6AB1-9DC029A2C97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693202" y="3288678"/>
            <a:ext cx="926974" cy="926974"/>
          </a:xfrm>
          <a:prstGeom prst="rect">
            <a:avLst/>
          </a:prstGeom>
        </p:spPr>
      </p:pic>
      <p:pic>
        <p:nvPicPr>
          <p:cNvPr id="14" name="Graphic 13" descr="Server with solid fill">
            <a:extLst>
              <a:ext uri="{FF2B5EF4-FFF2-40B4-BE49-F238E27FC236}">
                <a16:creationId xmlns:a16="http://schemas.microsoft.com/office/drawing/2014/main" id="{8E6A95EC-3884-E062-01F2-9028A14A858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06925" y="5021579"/>
            <a:ext cx="926974" cy="92697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3A5054D-6C65-CE7B-B70D-F2BEAB277A4D}"/>
              </a:ext>
            </a:extLst>
          </p:cNvPr>
          <p:cNvSpPr txBox="1"/>
          <p:nvPr/>
        </p:nvSpPr>
        <p:spPr>
          <a:xfrm>
            <a:off x="6941941" y="2390829"/>
            <a:ext cx="2344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  <a:latin typeface="Avenir Book" panose="02000503020000020003" pitchFamily="2" charset="0"/>
              </a:rPr>
              <a:t>Xians server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218A8C-E18D-FCE1-AB8D-8E436E0B7DE4}"/>
              </a:ext>
            </a:extLst>
          </p:cNvPr>
          <p:cNvSpPr txBox="1"/>
          <p:nvPr/>
        </p:nvSpPr>
        <p:spPr>
          <a:xfrm>
            <a:off x="6984473" y="4202206"/>
            <a:ext cx="2344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venir Book" panose="02000503020000020003" pitchFamily="2" charset="0"/>
              </a:rPr>
              <a:t>Microservice 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FF84AB-8725-19E2-8B52-37864F47AA7F}"/>
              </a:ext>
            </a:extLst>
          </p:cNvPr>
          <p:cNvSpPr txBox="1"/>
          <p:nvPr/>
        </p:nvSpPr>
        <p:spPr>
          <a:xfrm>
            <a:off x="6984473" y="5896074"/>
            <a:ext cx="2344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venir Book" panose="02000503020000020003" pitchFamily="2" charset="0"/>
              </a:rPr>
              <a:t>Microservice C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C8B233A-B023-ACB7-4BC2-3B4EF56C0192}"/>
              </a:ext>
            </a:extLst>
          </p:cNvPr>
          <p:cNvCxnSpPr>
            <a:cxnSpLocks/>
          </p:cNvCxnSpPr>
          <p:nvPr/>
        </p:nvCxnSpPr>
        <p:spPr>
          <a:xfrm>
            <a:off x="5932007" y="1926772"/>
            <a:ext cx="1128012" cy="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6C22B44-D556-60D0-4D7E-F83DC17D31CE}"/>
              </a:ext>
            </a:extLst>
          </p:cNvPr>
          <p:cNvCxnSpPr>
            <a:cxnSpLocks/>
          </p:cNvCxnSpPr>
          <p:nvPr/>
        </p:nvCxnSpPr>
        <p:spPr>
          <a:xfrm>
            <a:off x="9186530" y="2097313"/>
            <a:ext cx="691117" cy="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Graphic 23" descr="Artificial Intelligence with solid fill">
            <a:extLst>
              <a:ext uri="{FF2B5EF4-FFF2-40B4-BE49-F238E27FC236}">
                <a16:creationId xmlns:a16="http://schemas.microsoft.com/office/drawing/2014/main" id="{BB357065-6199-7308-DD85-24F6C2A3938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508827" y="1438092"/>
            <a:ext cx="914400" cy="914400"/>
          </a:xfrm>
          <a:prstGeom prst="rect">
            <a:avLst/>
          </a:prstGeom>
        </p:spPr>
      </p:pic>
      <p:pic>
        <p:nvPicPr>
          <p:cNvPr id="25" name="Graphic 24" descr="Artificial Intelligence with solid fill">
            <a:extLst>
              <a:ext uri="{FF2B5EF4-FFF2-40B4-BE49-F238E27FC236}">
                <a16:creationId xmlns:a16="http://schemas.microsoft.com/office/drawing/2014/main" id="{1F488F68-C500-9929-CB88-8D8DAF2BE80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61227" y="1590492"/>
            <a:ext cx="914400" cy="91440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FA1BE974-2C2A-8E08-B302-DF6401F31D63}"/>
              </a:ext>
            </a:extLst>
          </p:cNvPr>
          <p:cNvSpPr txBox="1"/>
          <p:nvPr/>
        </p:nvSpPr>
        <p:spPr>
          <a:xfrm>
            <a:off x="10327211" y="2572128"/>
            <a:ext cx="12484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venir Book" panose="02000503020000020003" pitchFamily="2" charset="0"/>
              </a:rPr>
              <a:t>Your Agents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4B23AAD-DCBB-3504-BF21-887D20B2BB4A}"/>
              </a:ext>
            </a:extLst>
          </p:cNvPr>
          <p:cNvCxnSpPr>
            <a:cxnSpLocks/>
          </p:cNvCxnSpPr>
          <p:nvPr/>
        </p:nvCxnSpPr>
        <p:spPr>
          <a:xfrm>
            <a:off x="5987460" y="2378850"/>
            <a:ext cx="1516000" cy="1373315"/>
          </a:xfrm>
          <a:prstGeom prst="straightConnector1">
            <a:avLst/>
          </a:prstGeom>
          <a:ln>
            <a:solidFill>
              <a:schemeClr val="bg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A4C167D-0A89-CABD-66AB-D6FA4D94B2C1}"/>
              </a:ext>
            </a:extLst>
          </p:cNvPr>
          <p:cNvCxnSpPr>
            <a:cxnSpLocks/>
          </p:cNvCxnSpPr>
          <p:nvPr/>
        </p:nvCxnSpPr>
        <p:spPr>
          <a:xfrm>
            <a:off x="5706104" y="2635287"/>
            <a:ext cx="1797356" cy="2849779"/>
          </a:xfrm>
          <a:prstGeom prst="straightConnector1">
            <a:avLst/>
          </a:prstGeom>
          <a:ln>
            <a:solidFill>
              <a:schemeClr val="bg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44D8F30-325F-CF21-CDCD-4D7C6A5D20CD}"/>
              </a:ext>
            </a:extLst>
          </p:cNvPr>
          <p:cNvSpPr txBox="1"/>
          <p:nvPr/>
        </p:nvSpPr>
        <p:spPr>
          <a:xfrm>
            <a:off x="2245259" y="2009518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venir Book" panose="02000503020000020003" pitchFamily="2" charset="0"/>
              </a:rPr>
              <a:t>Internet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469C35F-40D5-C1BE-10EE-AA527B00F66D}"/>
              </a:ext>
            </a:extLst>
          </p:cNvPr>
          <p:cNvSpPr txBox="1"/>
          <p:nvPr/>
        </p:nvSpPr>
        <p:spPr>
          <a:xfrm>
            <a:off x="4400707" y="1063492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venir Book" panose="02000503020000020003" pitchFamily="2" charset="0"/>
              </a:rPr>
              <a:t>Your Web Server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DFD2524-CC0F-CFA4-7460-077B74676127}"/>
              </a:ext>
            </a:extLst>
          </p:cNvPr>
          <p:cNvSpPr/>
          <p:nvPr/>
        </p:nvSpPr>
        <p:spPr>
          <a:xfrm rot="5400000">
            <a:off x="9478334" y="1875926"/>
            <a:ext cx="1514417" cy="410995"/>
          </a:xfrm>
          <a:prstGeom prst="round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Xians Lib 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473AE74-70CF-8DBB-9A11-737D27173566}"/>
              </a:ext>
            </a:extLst>
          </p:cNvPr>
          <p:cNvSpPr/>
          <p:nvPr/>
        </p:nvSpPr>
        <p:spPr>
          <a:xfrm>
            <a:off x="7455747" y="292940"/>
            <a:ext cx="1380618" cy="410995"/>
          </a:xfrm>
          <a:prstGeom prst="round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Xians UI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1EFD1D8-E3BA-C484-7A4B-6E8BDBFECEEE}"/>
              </a:ext>
            </a:extLst>
          </p:cNvPr>
          <p:cNvCxnSpPr>
            <a:cxnSpLocks/>
          </p:cNvCxnSpPr>
          <p:nvPr/>
        </p:nvCxnSpPr>
        <p:spPr>
          <a:xfrm>
            <a:off x="8142838" y="787509"/>
            <a:ext cx="0" cy="483541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3B1EEF8-D976-3222-1850-BD993F1C4B63}"/>
              </a:ext>
            </a:extLst>
          </p:cNvPr>
          <p:cNvCxnSpPr/>
          <p:nvPr/>
        </p:nvCxnSpPr>
        <p:spPr>
          <a:xfrm>
            <a:off x="2048438" y="1942780"/>
            <a:ext cx="2701892" cy="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Graphic 22" descr="Ui Ux with solid fill">
            <a:extLst>
              <a:ext uri="{FF2B5EF4-FFF2-40B4-BE49-F238E27FC236}">
                <a16:creationId xmlns:a16="http://schemas.microsoft.com/office/drawing/2014/main" id="{7585C4C5-A7E8-8C9B-DAC3-F27498D3966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90705" y="1361356"/>
            <a:ext cx="1237130" cy="123713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F3F082B-58F4-B7B2-9447-C2211B32FB7C}"/>
              </a:ext>
            </a:extLst>
          </p:cNvPr>
          <p:cNvSpPr txBox="1"/>
          <p:nvPr/>
        </p:nvSpPr>
        <p:spPr>
          <a:xfrm>
            <a:off x="241082" y="2561344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venir Book" panose="02000503020000020003" pitchFamily="2" charset="0"/>
              </a:rPr>
              <a:t>Your Product UI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F2C60D7-94D4-FB7B-FC32-EDE8E37E900C}"/>
              </a:ext>
            </a:extLst>
          </p:cNvPr>
          <p:cNvSpPr/>
          <p:nvPr/>
        </p:nvSpPr>
        <p:spPr>
          <a:xfrm>
            <a:off x="7276915" y="1358831"/>
            <a:ext cx="1757193" cy="1479801"/>
          </a:xfrm>
          <a:prstGeom prst="roundRect">
            <a:avLst>
              <a:gd name="adj" fmla="val 6608"/>
            </a:avLst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>
                  <a:lumMod val="25000"/>
                  <a:lumOff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6708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38</Words>
  <Application>Microsoft Macintosh PowerPoint</Application>
  <PresentationFormat>Widescreen</PresentationFormat>
  <Paragraphs>16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Avenir Book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Hasith Yaggahavita</dc:creator>
  <cp:lastModifiedBy>Hasith Yaggahavita</cp:lastModifiedBy>
  <cp:revision>7</cp:revision>
  <dcterms:created xsi:type="dcterms:W3CDTF">2026-01-01T11:54:01Z</dcterms:created>
  <dcterms:modified xsi:type="dcterms:W3CDTF">2026-01-01T12:35:13Z</dcterms:modified>
</cp:coreProperties>
</file>