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8"/>
    <p:restoredTop sz="96288"/>
  </p:normalViewPr>
  <p:slideViewPr>
    <p:cSldViewPr snapToGrid="0">
      <p:cViewPr varScale="1">
        <p:scale>
          <a:sx n="146" d="100"/>
          <a:sy n="146" d="100"/>
        </p:scale>
        <p:origin x="7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EEC4-A805-82FE-FA31-9FE868435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EE31F-4DF7-C36F-40FE-81CE23AFE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B482-3BE8-A626-AA5A-BF1CAA88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18DD4-6203-75CF-1F33-8EF7C914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028C-4A74-C785-4EA7-AD38777D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34947-9636-4446-67F7-FD607BD7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39FD5-7FFC-33B8-BE2E-866C3C1C9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91B9F-D202-D937-B640-9C2236C4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4A1B3-3278-5047-274B-7FD33B382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BCEB9-8DD2-7806-4ED9-4BC87683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DDCB-C75F-40FE-337C-439EEA45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8F1DF-3B75-A909-2FA9-73CDA86C9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BF3D2-BD1E-7F21-FD48-F4C1622A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C8F7D-E8F3-A43E-FF23-D8815DDC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80B97-723A-9E3B-8C83-D69F5510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5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32EB-4738-9D66-29EC-E8951320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6B4B-7246-6D24-EE35-0858F22F0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F2CAB-28EA-6BEE-FC71-87A29D761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D3CE6-A168-2657-7842-199075DC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78025-75F2-8407-5620-1542B7AD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40D1C-0364-749D-DDF7-D3A8E7B6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2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26B9D-FDE6-45F7-0532-BBF1603B7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846FF-6051-D953-D049-981B2D5F0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DA8D1-53C8-71F8-B12C-9FD010EF2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ECDE5-B51F-6AA9-1DAB-F65528113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BA719-9460-B00A-8EEC-121489F2C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C9880-7BC1-CD87-5551-F3F51DE8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66CDD-C911-5826-9044-00D5ECD4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255B7-5476-2A63-11B1-38C8E892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9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116F-D1CB-C85F-C69B-CFC5B0F8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BE437-08C4-E89C-0E31-83637A45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8E6F3-7A4E-34DE-58F1-64257377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4F7D8-DFAE-AEF7-2F3F-FBAAB576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0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C2B9C8-5A8B-01B1-AD2D-5AEFB70A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FFBDA-B1B1-9123-9393-FC541830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3C665-0DE7-8C26-3255-1A07577A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9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805C-C19F-443F-F4D6-E950AF60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B67-16FE-B94A-9C1C-98B92A32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1EA3F-A84D-E850-169F-3526AA15D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A23FC-E60E-C850-84B4-310E75A9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1464F-97F1-D572-10BF-B4D342D4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ABD67-BF88-CC90-E4C5-87977044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5CF8-07D6-CB1C-9633-A256F034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FDC23-B5FA-E5BC-5E3B-8F4704C11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308C5-407D-B1FA-AD50-05EFED6E7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36129-C0FB-6C52-0314-206F3EC2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DA60-0664-E05E-1366-15ED8690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C9158-5593-DBCE-7D36-C144E447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6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E783-0609-B598-B381-47365995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44ADF-A3DF-3A54-915E-2DD8C1DCF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BAAFB-13F9-4D40-CC10-822AA4B7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1C50-D154-8CD8-F3E0-AB721B7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9D920-6433-8F1F-5AE7-5E0CC5A1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3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0BEDE-E41D-2B54-8D15-06B67FA01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7B7E3-9765-527A-CB7B-C1A8F12C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9AE5B-E02F-6DF2-BDC8-94C85BF3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E5939-8ACA-065B-B410-70EB0CD0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4E861-E51D-520E-7B98-A8ACAF63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6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602EE-3106-040B-A488-59F28C3D0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4EA25-46EA-4FB3-8710-297D202B1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023C7-96DC-7A3D-8A2B-F50B409F6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BD849-BF62-3E41-9392-B52349D77D8A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6CE50-5C97-860A-7F8B-2FBBA1486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C32C-0A97-E5CE-986A-F9C659C31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0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20.svg"/><Relationship Id="rId10" Type="http://schemas.openxmlformats.org/officeDocument/2006/relationships/image" Target="../media/image11.png"/><Relationship Id="rId4" Type="http://schemas.openxmlformats.org/officeDocument/2006/relationships/image" Target="../media/image19.png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2.svg"/><Relationship Id="rId7" Type="http://schemas.openxmlformats.org/officeDocument/2006/relationships/image" Target="../media/image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DAD425-A562-16D0-A78E-E1D91727F7B0}"/>
              </a:ext>
            </a:extLst>
          </p:cNvPr>
          <p:cNvCxnSpPr/>
          <p:nvPr/>
        </p:nvCxnSpPr>
        <p:spPr>
          <a:xfrm>
            <a:off x="2048438" y="1942780"/>
            <a:ext cx="2701892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Ui Ux with solid fill">
            <a:extLst>
              <a:ext uri="{FF2B5EF4-FFF2-40B4-BE49-F238E27FC236}">
                <a16:creationId xmlns:a16="http://schemas.microsoft.com/office/drawing/2014/main" id="{DF8670D7-0556-D1D4-4B77-CEF98893E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705" y="1361356"/>
            <a:ext cx="1237130" cy="1237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C49004-D173-455D-C575-FE894357E4AB}"/>
              </a:ext>
            </a:extLst>
          </p:cNvPr>
          <p:cNvSpPr txBox="1"/>
          <p:nvPr/>
        </p:nvSpPr>
        <p:spPr>
          <a:xfrm>
            <a:off x="241082" y="2561344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 Product UI</a:t>
            </a:r>
          </a:p>
        </p:txBody>
      </p:sp>
      <p:pic>
        <p:nvPicPr>
          <p:cNvPr id="8" name="Graphic 7" descr="Syncing cloud with solid fill">
            <a:extLst>
              <a:ext uri="{FF2B5EF4-FFF2-40B4-BE49-F238E27FC236}">
                <a16:creationId xmlns:a16="http://schemas.microsoft.com/office/drawing/2014/main" id="{D88C07A1-C77B-ACA5-2A04-D546AD396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7934" y="1264256"/>
            <a:ext cx="678524" cy="678524"/>
          </a:xfrm>
          <a:prstGeom prst="rect">
            <a:avLst/>
          </a:prstGeom>
        </p:spPr>
      </p:pic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2D3F4F97-B2FE-763E-2ECF-7CC3A23713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0330" y="1324215"/>
            <a:ext cx="1237130" cy="1237130"/>
          </a:xfrm>
          <a:prstGeom prst="rect">
            <a:avLst/>
          </a:prstGeom>
        </p:spPr>
      </p:pic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F27343A0-79D5-66C3-5091-1AAA73A037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6925" y="1324215"/>
            <a:ext cx="926974" cy="926974"/>
          </a:xfrm>
          <a:prstGeom prst="rect">
            <a:avLst/>
          </a:prstGeom>
        </p:spPr>
      </p:pic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B97E436C-5632-733F-5E54-E61D98E364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3202" y="3288678"/>
            <a:ext cx="926974" cy="926974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C98DD74F-63DB-DD1C-57E2-C22E8BA8CF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06925" y="5021579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B04277-1B7D-A5DD-FD92-0CFF8C7AC4AB}"/>
              </a:ext>
            </a:extLst>
          </p:cNvPr>
          <p:cNvSpPr txBox="1"/>
          <p:nvPr/>
        </p:nvSpPr>
        <p:spPr>
          <a:xfrm>
            <a:off x="6984473" y="2231339"/>
            <a:ext cx="2344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Agent Microservice (Xians server)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022F92-834B-E20A-579B-1ADD44F6E865}"/>
              </a:ext>
            </a:extLst>
          </p:cNvPr>
          <p:cNvSpPr txBox="1"/>
          <p:nvPr/>
        </p:nvSpPr>
        <p:spPr>
          <a:xfrm>
            <a:off x="6984473" y="4202206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Microservice 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B72D42-B723-9CA9-9F1E-F2A8FEEE5EC4}"/>
              </a:ext>
            </a:extLst>
          </p:cNvPr>
          <p:cNvSpPr txBox="1"/>
          <p:nvPr/>
        </p:nvSpPr>
        <p:spPr>
          <a:xfrm>
            <a:off x="6984473" y="5896074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Microservice C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B91172-C00F-8E17-66A9-8CECB7D304B6}"/>
              </a:ext>
            </a:extLst>
          </p:cNvPr>
          <p:cNvCxnSpPr>
            <a:cxnSpLocks/>
          </p:cNvCxnSpPr>
          <p:nvPr/>
        </p:nvCxnSpPr>
        <p:spPr>
          <a:xfrm>
            <a:off x="5932007" y="1926772"/>
            <a:ext cx="1477323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790BDC-EAF8-5F5F-A399-31BE89302827}"/>
              </a:ext>
            </a:extLst>
          </p:cNvPr>
          <p:cNvCxnSpPr>
            <a:cxnSpLocks/>
          </p:cNvCxnSpPr>
          <p:nvPr/>
        </p:nvCxnSpPr>
        <p:spPr>
          <a:xfrm>
            <a:off x="8854502" y="1921650"/>
            <a:ext cx="1477323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tificial Intelligence with solid fill">
            <a:extLst>
              <a:ext uri="{FF2B5EF4-FFF2-40B4-BE49-F238E27FC236}">
                <a16:creationId xmlns:a16="http://schemas.microsoft.com/office/drawing/2014/main" id="{5A442750-CC4A-D8BB-4FB9-7C7DC97013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66295" y="1464450"/>
            <a:ext cx="914400" cy="914400"/>
          </a:xfrm>
          <a:prstGeom prst="rect">
            <a:avLst/>
          </a:prstGeom>
        </p:spPr>
      </p:pic>
      <p:pic>
        <p:nvPicPr>
          <p:cNvPr id="25" name="Graphic 24" descr="Artificial Intelligence with solid fill">
            <a:extLst>
              <a:ext uri="{FF2B5EF4-FFF2-40B4-BE49-F238E27FC236}">
                <a16:creationId xmlns:a16="http://schemas.microsoft.com/office/drawing/2014/main" id="{BFE6E5A2-B437-02B6-284E-4CFD0F50C9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18695" y="1616850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2718185-B04A-677B-8EE6-1EAC5A0520EC}"/>
              </a:ext>
            </a:extLst>
          </p:cNvPr>
          <p:cNvSpPr txBox="1"/>
          <p:nvPr/>
        </p:nvSpPr>
        <p:spPr>
          <a:xfrm>
            <a:off x="10284678" y="2598486"/>
            <a:ext cx="1666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Your/Partner Agents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500B94-D85B-B197-FE50-2AC442D8412B}"/>
              </a:ext>
            </a:extLst>
          </p:cNvPr>
          <p:cNvCxnSpPr>
            <a:cxnSpLocks/>
          </p:cNvCxnSpPr>
          <p:nvPr/>
        </p:nvCxnSpPr>
        <p:spPr>
          <a:xfrm>
            <a:off x="5987460" y="2378850"/>
            <a:ext cx="1516000" cy="137331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570E12-D563-05DC-DE68-2C706643AE0C}"/>
              </a:ext>
            </a:extLst>
          </p:cNvPr>
          <p:cNvCxnSpPr>
            <a:cxnSpLocks/>
          </p:cNvCxnSpPr>
          <p:nvPr/>
        </p:nvCxnSpPr>
        <p:spPr>
          <a:xfrm>
            <a:off x="5706104" y="2635287"/>
            <a:ext cx="1797356" cy="2849779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4B5EDA7-502B-6C3B-AEDD-DFCC6D8D2FD9}"/>
              </a:ext>
            </a:extLst>
          </p:cNvPr>
          <p:cNvSpPr txBox="1"/>
          <p:nvPr/>
        </p:nvSpPr>
        <p:spPr>
          <a:xfrm>
            <a:off x="2245259" y="2009518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Internet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0198A8-755E-FEE6-89E7-287225E2748F}"/>
              </a:ext>
            </a:extLst>
          </p:cNvPr>
          <p:cNvSpPr txBox="1"/>
          <p:nvPr/>
        </p:nvSpPr>
        <p:spPr>
          <a:xfrm>
            <a:off x="4400707" y="1063492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 Web Server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B5074EB8-0491-742A-5320-4925E4B4F95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01223" y="3378355"/>
            <a:ext cx="2107664" cy="2080470"/>
          </a:xfrm>
          <a:prstGeom prst="bentConnector3">
            <a:avLst>
              <a:gd name="adj1" fmla="val 57"/>
            </a:avLst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015C926B-A91A-DC11-2039-ED3E159295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86976" y="3444777"/>
            <a:ext cx="1520298" cy="907043"/>
          </a:xfrm>
          <a:prstGeom prst="bentConnector3">
            <a:avLst>
              <a:gd name="adj1" fmla="val -355"/>
            </a:avLst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55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F9902-A3C6-01C4-C3DA-F58B6B2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Syncing cloud with solid fill">
            <a:extLst>
              <a:ext uri="{FF2B5EF4-FFF2-40B4-BE49-F238E27FC236}">
                <a16:creationId xmlns:a16="http://schemas.microsoft.com/office/drawing/2014/main" id="{3C239086-56AE-9485-0660-4E54BBBD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7934" y="1997909"/>
            <a:ext cx="678524" cy="678524"/>
          </a:xfrm>
          <a:prstGeom prst="rect">
            <a:avLst/>
          </a:prstGeom>
        </p:spPr>
      </p:pic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E06F1DAD-A520-8401-73AB-136E1E830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0330" y="2057868"/>
            <a:ext cx="1237130" cy="1237130"/>
          </a:xfrm>
          <a:prstGeom prst="rect">
            <a:avLst/>
          </a:prstGeom>
        </p:spPr>
      </p:pic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7B62DAB8-693B-B9BE-D0E3-3D2173EDC1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64393" y="1887747"/>
            <a:ext cx="926974" cy="926974"/>
          </a:xfrm>
          <a:prstGeom prst="rect">
            <a:avLst/>
          </a:prstGeom>
        </p:spPr>
      </p:pic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7054F72B-CBDC-6A95-6AB1-9DC029A2C9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93202" y="3692720"/>
            <a:ext cx="926974" cy="926974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8E6A95EC-3884-E062-01F2-9028A14A85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6925" y="5425621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A5054D-6C65-CE7B-B70D-F2BEAB277A4D}"/>
              </a:ext>
            </a:extLst>
          </p:cNvPr>
          <p:cNvSpPr txBox="1"/>
          <p:nvPr/>
        </p:nvSpPr>
        <p:spPr>
          <a:xfrm>
            <a:off x="6941941" y="2794871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Xians server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218A8C-E18D-FCE1-AB8D-8E436E0B7DE4}"/>
              </a:ext>
            </a:extLst>
          </p:cNvPr>
          <p:cNvSpPr txBox="1"/>
          <p:nvPr/>
        </p:nvSpPr>
        <p:spPr>
          <a:xfrm>
            <a:off x="6984473" y="4606248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Microservice 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F84AB-8725-19E2-8B52-37864F47AA7F}"/>
              </a:ext>
            </a:extLst>
          </p:cNvPr>
          <p:cNvSpPr txBox="1"/>
          <p:nvPr/>
        </p:nvSpPr>
        <p:spPr>
          <a:xfrm>
            <a:off x="6984473" y="6300116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Microservice C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8B233A-B023-ACB7-4BC2-3B4EF56C0192}"/>
              </a:ext>
            </a:extLst>
          </p:cNvPr>
          <p:cNvCxnSpPr>
            <a:cxnSpLocks/>
          </p:cNvCxnSpPr>
          <p:nvPr/>
        </p:nvCxnSpPr>
        <p:spPr>
          <a:xfrm>
            <a:off x="5932007" y="2660425"/>
            <a:ext cx="1128012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C22B44-D556-60D0-4D7E-F83DC17D31CE}"/>
              </a:ext>
            </a:extLst>
          </p:cNvPr>
          <p:cNvCxnSpPr>
            <a:cxnSpLocks/>
          </p:cNvCxnSpPr>
          <p:nvPr/>
        </p:nvCxnSpPr>
        <p:spPr>
          <a:xfrm>
            <a:off x="9186530" y="2501355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tificial Intelligence with solid fill">
            <a:extLst>
              <a:ext uri="{FF2B5EF4-FFF2-40B4-BE49-F238E27FC236}">
                <a16:creationId xmlns:a16="http://schemas.microsoft.com/office/drawing/2014/main" id="{BB357065-6199-7308-DD85-24F6C2A393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08827" y="1842134"/>
            <a:ext cx="914400" cy="914400"/>
          </a:xfrm>
          <a:prstGeom prst="rect">
            <a:avLst/>
          </a:prstGeom>
        </p:spPr>
      </p:pic>
      <p:pic>
        <p:nvPicPr>
          <p:cNvPr id="25" name="Graphic 24" descr="Artificial Intelligence with solid fill">
            <a:extLst>
              <a:ext uri="{FF2B5EF4-FFF2-40B4-BE49-F238E27FC236}">
                <a16:creationId xmlns:a16="http://schemas.microsoft.com/office/drawing/2014/main" id="{1F488F68-C500-9929-CB88-8D8DAF2BE8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61227" y="1994534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A1BE974-2C2A-8E08-B302-DF6401F31D63}"/>
              </a:ext>
            </a:extLst>
          </p:cNvPr>
          <p:cNvSpPr txBox="1"/>
          <p:nvPr/>
        </p:nvSpPr>
        <p:spPr>
          <a:xfrm>
            <a:off x="10494219" y="2979537"/>
            <a:ext cx="1248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 AI Agents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B23AAD-DCBB-3504-BF21-887D20B2BB4A}"/>
              </a:ext>
            </a:extLst>
          </p:cNvPr>
          <p:cNvCxnSpPr>
            <a:cxnSpLocks/>
          </p:cNvCxnSpPr>
          <p:nvPr/>
        </p:nvCxnSpPr>
        <p:spPr>
          <a:xfrm>
            <a:off x="5987460" y="3112503"/>
            <a:ext cx="1516000" cy="137331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4C167D-0A89-CABD-66AB-D6FA4D94B2C1}"/>
              </a:ext>
            </a:extLst>
          </p:cNvPr>
          <p:cNvCxnSpPr>
            <a:cxnSpLocks/>
          </p:cNvCxnSpPr>
          <p:nvPr/>
        </p:nvCxnSpPr>
        <p:spPr>
          <a:xfrm>
            <a:off x="5706104" y="3368940"/>
            <a:ext cx="1797356" cy="2849779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44D8F30-325F-CF21-CDCD-4D7C6A5D20CD}"/>
              </a:ext>
            </a:extLst>
          </p:cNvPr>
          <p:cNvSpPr txBox="1"/>
          <p:nvPr/>
        </p:nvSpPr>
        <p:spPr>
          <a:xfrm>
            <a:off x="2245259" y="2743171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Internet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69C35F-40D5-C1BE-10EE-AA527B00F66D}"/>
              </a:ext>
            </a:extLst>
          </p:cNvPr>
          <p:cNvSpPr txBox="1"/>
          <p:nvPr/>
        </p:nvSpPr>
        <p:spPr>
          <a:xfrm>
            <a:off x="4400707" y="1797145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 Web Server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FD2524-CC0F-CFA4-7460-077B74676127}"/>
              </a:ext>
            </a:extLst>
          </p:cNvPr>
          <p:cNvSpPr/>
          <p:nvPr/>
        </p:nvSpPr>
        <p:spPr>
          <a:xfrm rot="5400000">
            <a:off x="9478334" y="2279968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Xians Lib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73AE74-70CF-8DBB-9A11-737D27173566}"/>
              </a:ext>
            </a:extLst>
          </p:cNvPr>
          <p:cNvSpPr/>
          <p:nvPr/>
        </p:nvSpPr>
        <p:spPr>
          <a:xfrm>
            <a:off x="7455747" y="445702"/>
            <a:ext cx="138061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Xians Dev Portal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EFD1D8-E3BA-C484-7A4B-6E8BDBFECEEE}"/>
              </a:ext>
            </a:extLst>
          </p:cNvPr>
          <p:cNvCxnSpPr>
            <a:cxnSpLocks/>
          </p:cNvCxnSpPr>
          <p:nvPr/>
        </p:nvCxnSpPr>
        <p:spPr>
          <a:xfrm>
            <a:off x="8142838" y="1191551"/>
            <a:ext cx="0" cy="48354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B1EEF8-D976-3222-1850-BD993F1C4B63}"/>
              </a:ext>
            </a:extLst>
          </p:cNvPr>
          <p:cNvCxnSpPr/>
          <p:nvPr/>
        </p:nvCxnSpPr>
        <p:spPr>
          <a:xfrm>
            <a:off x="2048438" y="2676433"/>
            <a:ext cx="2701892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Ui Ux with solid fill">
            <a:extLst>
              <a:ext uri="{FF2B5EF4-FFF2-40B4-BE49-F238E27FC236}">
                <a16:creationId xmlns:a16="http://schemas.microsoft.com/office/drawing/2014/main" id="{7585C4C5-A7E8-8C9B-DAC3-F27498D396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0705" y="2095009"/>
            <a:ext cx="1237130" cy="123713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F3F082B-58F4-B7B2-9447-C2211B32FB7C}"/>
              </a:ext>
            </a:extLst>
          </p:cNvPr>
          <p:cNvSpPr txBox="1"/>
          <p:nvPr/>
        </p:nvSpPr>
        <p:spPr>
          <a:xfrm>
            <a:off x="241082" y="3294997"/>
            <a:ext cx="1936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Your Product UI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2C60D7-94D4-FB7B-FC32-EDE8E37E900C}"/>
              </a:ext>
            </a:extLst>
          </p:cNvPr>
          <p:cNvSpPr/>
          <p:nvPr/>
        </p:nvSpPr>
        <p:spPr>
          <a:xfrm>
            <a:off x="7276915" y="1762873"/>
            <a:ext cx="1757193" cy="1479801"/>
          </a:xfrm>
          <a:prstGeom prst="roundRect">
            <a:avLst>
              <a:gd name="adj" fmla="val 6608"/>
            </a:avLst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AF94583-50B7-15DF-FF90-51C9C688B054}"/>
              </a:ext>
            </a:extLst>
          </p:cNvPr>
          <p:cNvSpPr/>
          <p:nvPr/>
        </p:nvSpPr>
        <p:spPr>
          <a:xfrm>
            <a:off x="527440" y="445701"/>
            <a:ext cx="1586753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Xians Agent Studio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AF62D-7F71-6BEA-067C-D5F86BCC424F}"/>
              </a:ext>
            </a:extLst>
          </p:cNvPr>
          <p:cNvSpPr txBox="1"/>
          <p:nvPr/>
        </p:nvSpPr>
        <p:spPr>
          <a:xfrm>
            <a:off x="-114268" y="1201749"/>
            <a:ext cx="2870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Optional UI for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user-agent interaction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B6C7087-6ED9-C0E9-AD7F-9B2FFC4E769F}"/>
              </a:ext>
            </a:extLst>
          </p:cNvPr>
          <p:cNvCxnSpPr>
            <a:cxnSpLocks/>
          </p:cNvCxnSpPr>
          <p:nvPr/>
        </p:nvCxnSpPr>
        <p:spPr>
          <a:xfrm>
            <a:off x="2352720" y="767110"/>
            <a:ext cx="4771773" cy="1384248"/>
          </a:xfrm>
          <a:prstGeom prst="bentConnector3">
            <a:avLst>
              <a:gd name="adj1" fmla="val 90776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70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F001B-96E2-8702-077A-3D5236B2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AA2EB6-B33F-5F73-450A-361C3092D41A}"/>
              </a:ext>
            </a:extLst>
          </p:cNvPr>
          <p:cNvSpPr/>
          <p:nvPr/>
        </p:nvSpPr>
        <p:spPr>
          <a:xfrm rot="16200000">
            <a:off x="5766544" y="4044164"/>
            <a:ext cx="2546702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Agent 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046861A-2C95-3BE1-2A05-9BF66C4E3BA5}"/>
              </a:ext>
            </a:extLst>
          </p:cNvPr>
          <p:cNvSpPr/>
          <p:nvPr/>
        </p:nvSpPr>
        <p:spPr>
          <a:xfrm rot="16200000">
            <a:off x="1981303" y="3618862"/>
            <a:ext cx="339730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Agent  -  Human UI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D89C02-5794-8DBB-2DEA-D1349365628A}"/>
              </a:ext>
            </a:extLst>
          </p:cNvPr>
          <p:cNvSpPr/>
          <p:nvPr/>
        </p:nvSpPr>
        <p:spPr>
          <a:xfrm rot="16200000">
            <a:off x="3118521" y="3097866"/>
            <a:ext cx="4439297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Agent Control Plane  (ACP)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7978B9-370A-8B9E-1650-A64BC34DA0EC}"/>
              </a:ext>
            </a:extLst>
          </p:cNvPr>
          <p:cNvSpPr/>
          <p:nvPr/>
        </p:nvSpPr>
        <p:spPr>
          <a:xfrm rot="16200000">
            <a:off x="6205158" y="1712955"/>
            <a:ext cx="1669477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Agent B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40785FA-6B73-96E1-6617-FF1D98C0411C}"/>
              </a:ext>
            </a:extLst>
          </p:cNvPr>
          <p:cNvSpPr/>
          <p:nvPr/>
        </p:nvSpPr>
        <p:spPr>
          <a:xfrm rot="16200000">
            <a:off x="5748825" y="3097863"/>
            <a:ext cx="443929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Tools &amp; MCPs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70CC0E-109F-D554-DDE5-95E8BA004D5A}"/>
              </a:ext>
            </a:extLst>
          </p:cNvPr>
          <p:cNvSpPr/>
          <p:nvPr/>
        </p:nvSpPr>
        <p:spPr>
          <a:xfrm rot="16200000">
            <a:off x="9090993" y="4044162"/>
            <a:ext cx="2546701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Back Office Systems/APIs</a:t>
            </a:r>
          </a:p>
        </p:txBody>
      </p:sp>
      <p:pic>
        <p:nvPicPr>
          <p:cNvPr id="33" name="Graphic 32" descr="Internet Of Things outline">
            <a:extLst>
              <a:ext uri="{FF2B5EF4-FFF2-40B4-BE49-F238E27FC236}">
                <a16:creationId xmlns:a16="http://schemas.microsoft.com/office/drawing/2014/main" id="{D234726E-8D13-499F-CA4A-7283082D1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00368" y="1129413"/>
            <a:ext cx="914400" cy="914400"/>
          </a:xfrm>
          <a:prstGeom prst="rect">
            <a:avLst/>
          </a:prstGeom>
        </p:spPr>
      </p:pic>
      <p:pic>
        <p:nvPicPr>
          <p:cNvPr id="37" name="Graphic 36" descr="Artificial Intelligence outline">
            <a:extLst>
              <a:ext uri="{FF2B5EF4-FFF2-40B4-BE49-F238E27FC236}">
                <a16:creationId xmlns:a16="http://schemas.microsoft.com/office/drawing/2014/main" id="{4EA3E6CE-081F-DD5C-5674-F56A40AFD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764757" y="4963961"/>
            <a:ext cx="550275" cy="550275"/>
          </a:xfrm>
          <a:prstGeom prst="rect">
            <a:avLst/>
          </a:prstGeom>
        </p:spPr>
      </p:pic>
      <p:pic>
        <p:nvPicPr>
          <p:cNvPr id="39" name="Graphic 38" descr="Users outline">
            <a:extLst>
              <a:ext uri="{FF2B5EF4-FFF2-40B4-BE49-F238E27FC236}">
                <a16:creationId xmlns:a16="http://schemas.microsoft.com/office/drawing/2014/main" id="{0EB11630-1E93-8BD6-60A8-7392D2E9C2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223333" y="3949999"/>
            <a:ext cx="914400" cy="91440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91607F9-96CF-7B21-E214-F5EA72D99C9B}"/>
              </a:ext>
            </a:extLst>
          </p:cNvPr>
          <p:cNvCxnSpPr/>
          <p:nvPr/>
        </p:nvCxnSpPr>
        <p:spPr>
          <a:xfrm>
            <a:off x="2479964" y="4367227"/>
            <a:ext cx="554182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88D71DF-BB98-33B9-CFE8-58681ADEC4B0}"/>
              </a:ext>
            </a:extLst>
          </p:cNvPr>
          <p:cNvCxnSpPr>
            <a:cxnSpLocks/>
          </p:cNvCxnSpPr>
          <p:nvPr/>
        </p:nvCxnSpPr>
        <p:spPr>
          <a:xfrm>
            <a:off x="2479964" y="1610172"/>
            <a:ext cx="2355273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FFA2BE1-E153-F2A2-37D8-9057916BD8BA}"/>
              </a:ext>
            </a:extLst>
          </p:cNvPr>
          <p:cNvCxnSpPr/>
          <p:nvPr/>
        </p:nvCxnSpPr>
        <p:spPr>
          <a:xfrm>
            <a:off x="4281055" y="4394937"/>
            <a:ext cx="554182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B1E3879-FF5D-4DEA-887B-8B89D1F18399}"/>
              </a:ext>
            </a:extLst>
          </p:cNvPr>
          <p:cNvCxnSpPr/>
          <p:nvPr/>
        </p:nvCxnSpPr>
        <p:spPr>
          <a:xfrm>
            <a:off x="5874327" y="3646791"/>
            <a:ext cx="554182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1BB7736-669F-46AC-F17F-F90A0F152698}"/>
              </a:ext>
            </a:extLst>
          </p:cNvPr>
          <p:cNvCxnSpPr/>
          <p:nvPr/>
        </p:nvCxnSpPr>
        <p:spPr>
          <a:xfrm>
            <a:off x="5874327" y="2358318"/>
            <a:ext cx="554182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034F23-26D5-0F3C-516D-F0D6CB87B810}"/>
              </a:ext>
            </a:extLst>
          </p:cNvPr>
          <p:cNvCxnSpPr>
            <a:cxnSpLocks/>
          </p:cNvCxnSpPr>
          <p:nvPr/>
        </p:nvCxnSpPr>
        <p:spPr>
          <a:xfrm>
            <a:off x="8520545" y="4325664"/>
            <a:ext cx="1233056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A7D9758-DBD8-1C3C-C254-E03AF654CAD9}"/>
              </a:ext>
            </a:extLst>
          </p:cNvPr>
          <p:cNvSpPr txBox="1"/>
          <p:nvPr/>
        </p:nvSpPr>
        <p:spPr>
          <a:xfrm rot="16200000">
            <a:off x="1734673" y="4008895"/>
            <a:ext cx="1093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Users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E0157B-2DF5-DD52-90DE-A229798E18B8}"/>
              </a:ext>
            </a:extLst>
          </p:cNvPr>
          <p:cNvSpPr txBox="1"/>
          <p:nvPr/>
        </p:nvSpPr>
        <p:spPr>
          <a:xfrm rot="16200000">
            <a:off x="1800043" y="1293266"/>
            <a:ext cx="1093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04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4D04-C73A-E890-119E-690D52C9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Gture platform</a:t>
            </a:r>
          </a:p>
        </p:txBody>
      </p:sp>
    </p:spTree>
    <p:extLst>
      <p:ext uri="{BB962C8B-B14F-4D97-AF65-F5344CB8AC3E}">
        <p14:creationId xmlns:p14="http://schemas.microsoft.com/office/powerpoint/2010/main" val="335392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52D84-3C61-5BF2-EC63-D296DE7DA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1AE68B3B-5B02-9FEB-4233-2283C1231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4393" y="3233071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7EA5B7-A6E6-DBB4-F907-FE864A2F7DE8}"/>
              </a:ext>
            </a:extLst>
          </p:cNvPr>
          <p:cNvSpPr txBox="1"/>
          <p:nvPr/>
        </p:nvSpPr>
        <p:spPr>
          <a:xfrm>
            <a:off x="7276915" y="4140195"/>
            <a:ext cx="175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Gture platform server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C11838-834A-4E69-F87E-909C42DA98F7}"/>
              </a:ext>
            </a:extLst>
          </p:cNvPr>
          <p:cNvCxnSpPr>
            <a:cxnSpLocks/>
          </p:cNvCxnSpPr>
          <p:nvPr/>
        </p:nvCxnSpPr>
        <p:spPr>
          <a:xfrm>
            <a:off x="9186530" y="3846679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tificial Intelligence with solid fill">
            <a:extLst>
              <a:ext uri="{FF2B5EF4-FFF2-40B4-BE49-F238E27FC236}">
                <a16:creationId xmlns:a16="http://schemas.microsoft.com/office/drawing/2014/main" id="{010FF37F-EDC4-F1DC-A3D9-E9C4017860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5715" y="3371570"/>
            <a:ext cx="549643" cy="549643"/>
          </a:xfrm>
          <a:prstGeom prst="rect">
            <a:avLst/>
          </a:prstGeom>
        </p:spPr>
      </p:pic>
      <p:pic>
        <p:nvPicPr>
          <p:cNvPr id="25" name="Graphic 24" descr="Artificial Intelligence with solid fill">
            <a:extLst>
              <a:ext uri="{FF2B5EF4-FFF2-40B4-BE49-F238E27FC236}">
                <a16:creationId xmlns:a16="http://schemas.microsoft.com/office/drawing/2014/main" id="{F7A9243E-3412-CEAE-3475-FEBAF287D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8115" y="3523970"/>
            <a:ext cx="549643" cy="5496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B762A28-4C61-EAF9-799F-5D679C05A716}"/>
              </a:ext>
            </a:extLst>
          </p:cNvPr>
          <p:cNvSpPr txBox="1"/>
          <p:nvPr/>
        </p:nvSpPr>
        <p:spPr>
          <a:xfrm>
            <a:off x="10494219" y="4160045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A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B4F8494-CECC-8A1C-3B95-EEBF4398F1A6}"/>
              </a:ext>
            </a:extLst>
          </p:cNvPr>
          <p:cNvSpPr/>
          <p:nvPr/>
        </p:nvSpPr>
        <p:spPr>
          <a:xfrm rot="5400000">
            <a:off x="9478334" y="3625292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Lib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5E1856-4911-7970-D783-ACE1A4098EB0}"/>
              </a:ext>
            </a:extLst>
          </p:cNvPr>
          <p:cNvSpPr/>
          <p:nvPr/>
        </p:nvSpPr>
        <p:spPr>
          <a:xfrm>
            <a:off x="7455747" y="1791026"/>
            <a:ext cx="138061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Gture Dev Portal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A5793B-D2FF-4EF3-6822-3A596FD6AF0B}"/>
              </a:ext>
            </a:extLst>
          </p:cNvPr>
          <p:cNvCxnSpPr>
            <a:cxnSpLocks/>
          </p:cNvCxnSpPr>
          <p:nvPr/>
        </p:nvCxnSpPr>
        <p:spPr>
          <a:xfrm>
            <a:off x="8142838" y="2536875"/>
            <a:ext cx="0" cy="48354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800A040-7552-BFBE-BE34-11CC8A92422A}"/>
              </a:ext>
            </a:extLst>
          </p:cNvPr>
          <p:cNvSpPr/>
          <p:nvPr/>
        </p:nvSpPr>
        <p:spPr>
          <a:xfrm>
            <a:off x="7276915" y="3108196"/>
            <a:ext cx="1757193" cy="3250559"/>
          </a:xfrm>
          <a:prstGeom prst="roundRect">
            <a:avLst>
              <a:gd name="adj" fmla="val 6608"/>
            </a:avLst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9D118BF-0B95-CEBE-8681-6F2E8FAA31C1}"/>
              </a:ext>
            </a:extLst>
          </p:cNvPr>
          <p:cNvSpPr/>
          <p:nvPr/>
        </p:nvSpPr>
        <p:spPr>
          <a:xfrm>
            <a:off x="527440" y="1791025"/>
            <a:ext cx="1586753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Gture Agent Studio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6F744-C3CA-4099-AC50-E73D70E0F508}"/>
              </a:ext>
            </a:extLst>
          </p:cNvPr>
          <p:cNvSpPr txBox="1"/>
          <p:nvPr/>
        </p:nvSpPr>
        <p:spPr>
          <a:xfrm>
            <a:off x="240859" y="2675330"/>
            <a:ext cx="2058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A Users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7DC1CA0F-2193-3828-933E-7435B7F4294C}"/>
              </a:ext>
            </a:extLst>
          </p:cNvPr>
          <p:cNvCxnSpPr>
            <a:cxnSpLocks/>
          </p:cNvCxnSpPr>
          <p:nvPr/>
        </p:nvCxnSpPr>
        <p:spPr>
          <a:xfrm>
            <a:off x="2352720" y="2112434"/>
            <a:ext cx="4771773" cy="1384248"/>
          </a:xfrm>
          <a:prstGeom prst="bentConnector3">
            <a:avLst>
              <a:gd name="adj1" fmla="val 90776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9A30AA-12A0-C356-2EE3-79F00581C753}"/>
              </a:ext>
            </a:extLst>
          </p:cNvPr>
          <p:cNvCxnSpPr>
            <a:cxnSpLocks/>
          </p:cNvCxnSpPr>
          <p:nvPr/>
        </p:nvCxnSpPr>
        <p:spPr>
          <a:xfrm>
            <a:off x="9186530" y="5782627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 descr="Artificial Intelligence with solid fill">
            <a:extLst>
              <a:ext uri="{FF2B5EF4-FFF2-40B4-BE49-F238E27FC236}">
                <a16:creationId xmlns:a16="http://schemas.microsoft.com/office/drawing/2014/main" id="{B64DA739-0618-325F-F96E-FDFB27B85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5715" y="5307518"/>
            <a:ext cx="549643" cy="549643"/>
          </a:xfrm>
          <a:prstGeom prst="rect">
            <a:avLst/>
          </a:prstGeom>
        </p:spPr>
      </p:pic>
      <p:pic>
        <p:nvPicPr>
          <p:cNvPr id="5" name="Graphic 4" descr="Artificial Intelligence with solid fill">
            <a:extLst>
              <a:ext uri="{FF2B5EF4-FFF2-40B4-BE49-F238E27FC236}">
                <a16:creationId xmlns:a16="http://schemas.microsoft.com/office/drawing/2014/main" id="{365F68AF-18A8-3037-4E0A-299405FEA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8115" y="5459918"/>
            <a:ext cx="549643" cy="5496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B65387-8822-7CE2-AE09-E6F7E77C144D}"/>
              </a:ext>
            </a:extLst>
          </p:cNvPr>
          <p:cNvSpPr txBox="1"/>
          <p:nvPr/>
        </p:nvSpPr>
        <p:spPr>
          <a:xfrm>
            <a:off x="10494219" y="6095993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B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B2EA896-552C-A162-4D8E-BCD48B771AA5}"/>
              </a:ext>
            </a:extLst>
          </p:cNvPr>
          <p:cNvSpPr/>
          <p:nvPr/>
        </p:nvSpPr>
        <p:spPr>
          <a:xfrm rot="5400000">
            <a:off x="9478334" y="5561240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Lib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393C61-72C9-A218-39CF-A00F8A49BCD7}"/>
              </a:ext>
            </a:extLst>
          </p:cNvPr>
          <p:cNvSpPr txBox="1"/>
          <p:nvPr/>
        </p:nvSpPr>
        <p:spPr>
          <a:xfrm>
            <a:off x="240859" y="3094571"/>
            <a:ext cx="2058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B Users</a:t>
            </a:r>
          </a:p>
        </p:txBody>
      </p:sp>
    </p:spTree>
    <p:extLst>
      <p:ext uri="{BB962C8B-B14F-4D97-AF65-F5344CB8AC3E}">
        <p14:creationId xmlns:p14="http://schemas.microsoft.com/office/powerpoint/2010/main" val="2816515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94F8-A713-E404-6350-4A213CCE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206F8CBF-D475-F3A2-B19F-2DB94758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4393" y="3233071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4FDB20D-70F2-A9E6-21C2-653057547A76}"/>
              </a:ext>
            </a:extLst>
          </p:cNvPr>
          <p:cNvSpPr txBox="1"/>
          <p:nvPr/>
        </p:nvSpPr>
        <p:spPr>
          <a:xfrm>
            <a:off x="7276915" y="4140195"/>
            <a:ext cx="175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Gture platform server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282910-D6BB-4553-9CB2-D09219E2E752}"/>
              </a:ext>
            </a:extLst>
          </p:cNvPr>
          <p:cNvCxnSpPr>
            <a:cxnSpLocks/>
          </p:cNvCxnSpPr>
          <p:nvPr/>
        </p:nvCxnSpPr>
        <p:spPr>
          <a:xfrm>
            <a:off x="9186530" y="3846679"/>
            <a:ext cx="691117" cy="0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tificial Intelligence with solid fill">
            <a:extLst>
              <a:ext uri="{FF2B5EF4-FFF2-40B4-BE49-F238E27FC236}">
                <a16:creationId xmlns:a16="http://schemas.microsoft.com/office/drawing/2014/main" id="{FF113947-C70A-3138-7F7C-AA1B3937F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5715" y="3371570"/>
            <a:ext cx="549643" cy="549643"/>
          </a:xfrm>
          <a:prstGeom prst="rect">
            <a:avLst/>
          </a:prstGeom>
        </p:spPr>
      </p:pic>
      <p:pic>
        <p:nvPicPr>
          <p:cNvPr id="25" name="Graphic 24" descr="Artificial Intelligence with solid fill">
            <a:extLst>
              <a:ext uri="{FF2B5EF4-FFF2-40B4-BE49-F238E27FC236}">
                <a16:creationId xmlns:a16="http://schemas.microsoft.com/office/drawing/2014/main" id="{D412FD53-A3A6-F0A2-861C-50C7148B8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8115" y="3523970"/>
            <a:ext cx="549643" cy="5496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0B7A54-A219-8DBA-1FCD-6D88E984D75D}"/>
              </a:ext>
            </a:extLst>
          </p:cNvPr>
          <p:cNvSpPr txBox="1"/>
          <p:nvPr/>
        </p:nvSpPr>
        <p:spPr>
          <a:xfrm>
            <a:off x="10494219" y="4160045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Company A</a:t>
            </a:r>
          </a:p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2A7B19-06A6-930C-3F4E-D90F4A66215E}"/>
              </a:ext>
            </a:extLst>
          </p:cNvPr>
          <p:cNvSpPr/>
          <p:nvPr/>
        </p:nvSpPr>
        <p:spPr>
          <a:xfrm rot="5400000">
            <a:off x="9478334" y="3625292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Lib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9E8CFF-6221-F8C9-A8C1-476AC78359FD}"/>
              </a:ext>
            </a:extLst>
          </p:cNvPr>
          <p:cNvSpPr/>
          <p:nvPr/>
        </p:nvSpPr>
        <p:spPr>
          <a:xfrm>
            <a:off x="7455747" y="1791026"/>
            <a:ext cx="138061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Gture Dev Portal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2CF1EA-7272-C9F1-D4D2-72636B169C6B}"/>
              </a:ext>
            </a:extLst>
          </p:cNvPr>
          <p:cNvCxnSpPr>
            <a:cxnSpLocks/>
          </p:cNvCxnSpPr>
          <p:nvPr/>
        </p:nvCxnSpPr>
        <p:spPr>
          <a:xfrm>
            <a:off x="8142838" y="2536875"/>
            <a:ext cx="0" cy="48354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CD47747-BDFB-36FB-E462-6DC69D19C3B9}"/>
              </a:ext>
            </a:extLst>
          </p:cNvPr>
          <p:cNvSpPr/>
          <p:nvPr/>
        </p:nvSpPr>
        <p:spPr>
          <a:xfrm>
            <a:off x="7276915" y="3108196"/>
            <a:ext cx="1757193" cy="3250559"/>
          </a:xfrm>
          <a:prstGeom prst="roundRect">
            <a:avLst>
              <a:gd name="adj" fmla="val 6608"/>
            </a:avLst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EF68CF-64E1-B131-FE42-F5368A5F23A9}"/>
              </a:ext>
            </a:extLst>
          </p:cNvPr>
          <p:cNvSpPr/>
          <p:nvPr/>
        </p:nvSpPr>
        <p:spPr>
          <a:xfrm>
            <a:off x="527440" y="1791025"/>
            <a:ext cx="1586753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Gture Agent Studio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E7ECF-80B1-77A3-A059-E8662607D72D}"/>
              </a:ext>
            </a:extLst>
          </p:cNvPr>
          <p:cNvSpPr txBox="1"/>
          <p:nvPr/>
        </p:nvSpPr>
        <p:spPr>
          <a:xfrm>
            <a:off x="240859" y="2520723"/>
            <a:ext cx="2058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Company A Users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00BE40DD-B177-34AC-0023-6F82D471E729}"/>
              </a:ext>
            </a:extLst>
          </p:cNvPr>
          <p:cNvCxnSpPr>
            <a:cxnSpLocks/>
          </p:cNvCxnSpPr>
          <p:nvPr/>
        </p:nvCxnSpPr>
        <p:spPr>
          <a:xfrm>
            <a:off x="2352720" y="2112434"/>
            <a:ext cx="4771773" cy="1384248"/>
          </a:xfrm>
          <a:prstGeom prst="bentConnector3">
            <a:avLst>
              <a:gd name="adj1" fmla="val 90776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ACAE55-0A7D-D2CC-35CA-8A14E3423DEA}"/>
              </a:ext>
            </a:extLst>
          </p:cNvPr>
          <p:cNvCxnSpPr>
            <a:cxnSpLocks/>
          </p:cNvCxnSpPr>
          <p:nvPr/>
        </p:nvCxnSpPr>
        <p:spPr>
          <a:xfrm>
            <a:off x="9186530" y="5782627"/>
            <a:ext cx="691117" cy="0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 descr="Artificial Intelligence with solid fill">
            <a:extLst>
              <a:ext uri="{FF2B5EF4-FFF2-40B4-BE49-F238E27FC236}">
                <a16:creationId xmlns:a16="http://schemas.microsoft.com/office/drawing/2014/main" id="{78009C86-75EA-3014-CC96-7D0DAC5A8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5715" y="5307518"/>
            <a:ext cx="549643" cy="549643"/>
          </a:xfrm>
          <a:prstGeom prst="rect">
            <a:avLst/>
          </a:prstGeom>
        </p:spPr>
      </p:pic>
      <p:pic>
        <p:nvPicPr>
          <p:cNvPr id="5" name="Graphic 4" descr="Artificial Intelligence with solid fill">
            <a:extLst>
              <a:ext uri="{FF2B5EF4-FFF2-40B4-BE49-F238E27FC236}">
                <a16:creationId xmlns:a16="http://schemas.microsoft.com/office/drawing/2014/main" id="{D98D5CA4-B8DA-8420-430C-9CEC14BCD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8115" y="5459918"/>
            <a:ext cx="549643" cy="5496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D7F2DF-9DA2-C7BF-3CB4-AEC8D290B552}"/>
              </a:ext>
            </a:extLst>
          </p:cNvPr>
          <p:cNvSpPr txBox="1"/>
          <p:nvPr/>
        </p:nvSpPr>
        <p:spPr>
          <a:xfrm>
            <a:off x="10494219" y="6095993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Company B</a:t>
            </a:r>
          </a:p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17B6F71-9111-F7B6-6BC8-0DE6F71A14D6}"/>
              </a:ext>
            </a:extLst>
          </p:cNvPr>
          <p:cNvSpPr/>
          <p:nvPr/>
        </p:nvSpPr>
        <p:spPr>
          <a:xfrm rot="5400000">
            <a:off x="9478334" y="5561240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Lib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B585BE-D2B6-4506-D584-F9BDFB1617C0}"/>
              </a:ext>
            </a:extLst>
          </p:cNvPr>
          <p:cNvSpPr txBox="1"/>
          <p:nvPr/>
        </p:nvSpPr>
        <p:spPr>
          <a:xfrm>
            <a:off x="240859" y="2770273"/>
            <a:ext cx="2058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Company B Users</a:t>
            </a:r>
          </a:p>
        </p:txBody>
      </p:sp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DEB30C8D-1356-C8F1-2310-E967456687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16539" y="3977377"/>
            <a:ext cx="795797" cy="79579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FE0920-F2B1-38FE-7B72-262AF3EEED39}"/>
              </a:ext>
            </a:extLst>
          </p:cNvPr>
          <p:cNvCxnSpPr>
            <a:cxnSpLocks/>
          </p:cNvCxnSpPr>
          <p:nvPr/>
        </p:nvCxnSpPr>
        <p:spPr>
          <a:xfrm>
            <a:off x="4159592" y="4321269"/>
            <a:ext cx="290042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D54881-EF76-3FB4-7F49-9F68C883D3E6}"/>
              </a:ext>
            </a:extLst>
          </p:cNvPr>
          <p:cNvCxnSpPr>
            <a:cxnSpLocks/>
          </p:cNvCxnSpPr>
          <p:nvPr/>
        </p:nvCxnSpPr>
        <p:spPr>
          <a:xfrm>
            <a:off x="2048438" y="4337277"/>
            <a:ext cx="968031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Ui Ux with solid fill">
            <a:extLst>
              <a:ext uri="{FF2B5EF4-FFF2-40B4-BE49-F238E27FC236}">
                <a16:creationId xmlns:a16="http://schemas.microsoft.com/office/drawing/2014/main" id="{40FFBCED-C070-E231-EE7F-5A0FADE298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0705" y="3755853"/>
            <a:ext cx="1237130" cy="12371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F01A5C5-0B89-E6CB-F4E1-B08E3CFD65E9}"/>
              </a:ext>
            </a:extLst>
          </p:cNvPr>
          <p:cNvSpPr txBox="1"/>
          <p:nvPr/>
        </p:nvSpPr>
        <p:spPr>
          <a:xfrm>
            <a:off x="241082" y="5071432"/>
            <a:ext cx="193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Product UI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18F5F3-6AD4-2307-B87D-14F527462A8F}"/>
              </a:ext>
            </a:extLst>
          </p:cNvPr>
          <p:cNvSpPr txBox="1"/>
          <p:nvPr/>
        </p:nvSpPr>
        <p:spPr>
          <a:xfrm>
            <a:off x="2532453" y="4778696"/>
            <a:ext cx="193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Servers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2D9CB1-6CB2-61DA-644E-95E101DC4E79}"/>
              </a:ext>
            </a:extLst>
          </p:cNvPr>
          <p:cNvCxnSpPr>
            <a:cxnSpLocks/>
          </p:cNvCxnSpPr>
          <p:nvPr/>
        </p:nvCxnSpPr>
        <p:spPr>
          <a:xfrm>
            <a:off x="6331278" y="5709539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Artificial Intelligence with solid fill">
            <a:extLst>
              <a:ext uri="{FF2B5EF4-FFF2-40B4-BE49-F238E27FC236}">
                <a16:creationId xmlns:a16="http://schemas.microsoft.com/office/drawing/2014/main" id="{EFDA2E69-44E4-9177-BB5D-A6A14CDDCD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55138" y="5129327"/>
            <a:ext cx="549643" cy="549643"/>
          </a:xfrm>
          <a:prstGeom prst="rect">
            <a:avLst/>
          </a:prstGeom>
        </p:spPr>
      </p:pic>
      <p:pic>
        <p:nvPicPr>
          <p:cNvPr id="30" name="Graphic 29" descr="Artificial Intelligence with solid fill">
            <a:extLst>
              <a:ext uri="{FF2B5EF4-FFF2-40B4-BE49-F238E27FC236}">
                <a16:creationId xmlns:a16="http://schemas.microsoft.com/office/drawing/2014/main" id="{A773ED65-4570-73A8-3180-EF3555FC52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07538" y="5281727"/>
            <a:ext cx="549643" cy="5496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B3AE578-D14E-08C3-F33F-F3747FEF4A86}"/>
              </a:ext>
            </a:extLst>
          </p:cNvPr>
          <p:cNvSpPr txBox="1"/>
          <p:nvPr/>
        </p:nvSpPr>
        <p:spPr>
          <a:xfrm>
            <a:off x="4613642" y="5917802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E3ED3EA-4443-3624-94DD-FC0B30E5DBC3}"/>
              </a:ext>
            </a:extLst>
          </p:cNvPr>
          <p:cNvSpPr/>
          <p:nvPr/>
        </p:nvSpPr>
        <p:spPr>
          <a:xfrm rot="5400000">
            <a:off x="5265093" y="5488152"/>
            <a:ext cx="1514417" cy="4109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Lib </a:t>
            </a:r>
          </a:p>
        </p:txBody>
      </p:sp>
    </p:spTree>
    <p:extLst>
      <p:ext uri="{BB962C8B-B14F-4D97-AF65-F5344CB8AC3E}">
        <p14:creationId xmlns:p14="http://schemas.microsoft.com/office/powerpoint/2010/main" val="387268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E088F-502F-034A-09D2-6654C492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C86D9664-3FDD-B496-7E10-E85B608D1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4393" y="3233071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E47620-AAA3-A66B-E9D8-A5FAC17082EC}"/>
              </a:ext>
            </a:extLst>
          </p:cNvPr>
          <p:cNvSpPr txBox="1"/>
          <p:nvPr/>
        </p:nvSpPr>
        <p:spPr>
          <a:xfrm>
            <a:off x="7276915" y="4140195"/>
            <a:ext cx="1757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 platform server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2DD6B0-10D0-B182-6C63-B29AE9D53DC4}"/>
              </a:ext>
            </a:extLst>
          </p:cNvPr>
          <p:cNvSpPr/>
          <p:nvPr/>
        </p:nvSpPr>
        <p:spPr>
          <a:xfrm>
            <a:off x="7455747" y="1791026"/>
            <a:ext cx="1380618" cy="66227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 C Dev Portal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664A25-C9BB-5B98-3A5B-E9300916781A}"/>
              </a:ext>
            </a:extLst>
          </p:cNvPr>
          <p:cNvCxnSpPr>
            <a:cxnSpLocks/>
          </p:cNvCxnSpPr>
          <p:nvPr/>
        </p:nvCxnSpPr>
        <p:spPr>
          <a:xfrm>
            <a:off x="8142838" y="2536875"/>
            <a:ext cx="0" cy="48354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0512EB5-6FCE-B098-B135-79395C943919}"/>
              </a:ext>
            </a:extLst>
          </p:cNvPr>
          <p:cNvSpPr/>
          <p:nvPr/>
        </p:nvSpPr>
        <p:spPr>
          <a:xfrm>
            <a:off x="7276915" y="3108196"/>
            <a:ext cx="1757193" cy="3250559"/>
          </a:xfrm>
          <a:prstGeom prst="roundRect">
            <a:avLst>
              <a:gd name="adj" fmla="val 6608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5A6ED260-3A10-9CE1-510E-B40C33D821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6539" y="3977377"/>
            <a:ext cx="795797" cy="79579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B6B7E2-C291-5B57-9294-2D008236B976}"/>
              </a:ext>
            </a:extLst>
          </p:cNvPr>
          <p:cNvCxnSpPr>
            <a:cxnSpLocks/>
          </p:cNvCxnSpPr>
          <p:nvPr/>
        </p:nvCxnSpPr>
        <p:spPr>
          <a:xfrm>
            <a:off x="4159592" y="4321269"/>
            <a:ext cx="290042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C612DD-4889-37B2-57D4-9B4311612003}"/>
              </a:ext>
            </a:extLst>
          </p:cNvPr>
          <p:cNvCxnSpPr>
            <a:cxnSpLocks/>
          </p:cNvCxnSpPr>
          <p:nvPr/>
        </p:nvCxnSpPr>
        <p:spPr>
          <a:xfrm>
            <a:off x="2048438" y="4337277"/>
            <a:ext cx="968031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Ui Ux with solid fill">
            <a:extLst>
              <a:ext uri="{FF2B5EF4-FFF2-40B4-BE49-F238E27FC236}">
                <a16:creationId xmlns:a16="http://schemas.microsoft.com/office/drawing/2014/main" id="{3F11FF5F-AE7F-CABE-C94C-3E6F2B9E95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705" y="3755853"/>
            <a:ext cx="1237130" cy="12371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6F876C-005B-D763-4012-B1B1866D10E4}"/>
              </a:ext>
            </a:extLst>
          </p:cNvPr>
          <p:cNvSpPr txBox="1"/>
          <p:nvPr/>
        </p:nvSpPr>
        <p:spPr>
          <a:xfrm>
            <a:off x="241082" y="5071432"/>
            <a:ext cx="193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Product UI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AB05B-A716-67CE-64CA-18EE25A3E0EA}"/>
              </a:ext>
            </a:extLst>
          </p:cNvPr>
          <p:cNvSpPr txBox="1"/>
          <p:nvPr/>
        </p:nvSpPr>
        <p:spPr>
          <a:xfrm>
            <a:off x="2532453" y="4778696"/>
            <a:ext cx="193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Servers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FC353E1-F7FB-04F1-AC2F-3570B05B74AF}"/>
              </a:ext>
            </a:extLst>
          </p:cNvPr>
          <p:cNvCxnSpPr>
            <a:cxnSpLocks/>
          </p:cNvCxnSpPr>
          <p:nvPr/>
        </p:nvCxnSpPr>
        <p:spPr>
          <a:xfrm>
            <a:off x="6331278" y="5709539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Artificial Intelligence with solid fill">
            <a:extLst>
              <a:ext uri="{FF2B5EF4-FFF2-40B4-BE49-F238E27FC236}">
                <a16:creationId xmlns:a16="http://schemas.microsoft.com/office/drawing/2014/main" id="{04C7DAB7-5008-A22C-A3A2-E88557907E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5138" y="5129327"/>
            <a:ext cx="549643" cy="549643"/>
          </a:xfrm>
          <a:prstGeom prst="rect">
            <a:avLst/>
          </a:prstGeom>
        </p:spPr>
      </p:pic>
      <p:pic>
        <p:nvPicPr>
          <p:cNvPr id="30" name="Graphic 29" descr="Artificial Intelligence with solid fill">
            <a:extLst>
              <a:ext uri="{FF2B5EF4-FFF2-40B4-BE49-F238E27FC236}">
                <a16:creationId xmlns:a16="http://schemas.microsoft.com/office/drawing/2014/main" id="{B2DB9B10-F92A-9548-5E78-CDA550ECA7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07538" y="5281727"/>
            <a:ext cx="549643" cy="5496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516B651-8660-68BD-15C3-C1AE4B0F2272}"/>
              </a:ext>
            </a:extLst>
          </p:cNvPr>
          <p:cNvSpPr txBox="1"/>
          <p:nvPr/>
        </p:nvSpPr>
        <p:spPr>
          <a:xfrm>
            <a:off x="4613642" y="5917802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AAF98F0-199A-7DF8-E7C1-89870E8A490E}"/>
              </a:ext>
            </a:extLst>
          </p:cNvPr>
          <p:cNvSpPr/>
          <p:nvPr/>
        </p:nvSpPr>
        <p:spPr>
          <a:xfrm rot="5400000">
            <a:off x="5265093" y="5488152"/>
            <a:ext cx="1514417" cy="4109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Lib </a:t>
            </a:r>
          </a:p>
        </p:txBody>
      </p:sp>
    </p:spTree>
    <p:extLst>
      <p:ext uri="{BB962C8B-B14F-4D97-AF65-F5344CB8AC3E}">
        <p14:creationId xmlns:p14="http://schemas.microsoft.com/office/powerpoint/2010/main" val="2900182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167</Words>
  <Application>Microsoft Macintosh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Gture platform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 Yaggahavita</dc:creator>
  <cp:lastModifiedBy>Hasith Yaggahavita</cp:lastModifiedBy>
  <cp:revision>18</cp:revision>
  <dcterms:created xsi:type="dcterms:W3CDTF">2026-01-01T11:54:01Z</dcterms:created>
  <dcterms:modified xsi:type="dcterms:W3CDTF">2026-01-23T11:31:08Z</dcterms:modified>
</cp:coreProperties>
</file>